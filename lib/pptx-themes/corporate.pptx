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Corporate">
  <a:themeElements>
    <a:clrScheme name="Corporate">
      <a:dk1>
        <a:srgbClr val="0D1B2A"/>
      </a:dk1>
      <a:lt1>
        <a:srgbClr val="FFFFFF"/>
      </a:lt1>
      <a:dk2>
        <a:srgbClr val="1B263B"/>
      </a:dk2>
      <a:lt2>
        <a:srgbClr val="E0E1DD"/>
      </a:lt2>
      <a:accent1>
        <a:srgbClr val="D4AF37"/>
      </a:accent1>
      <a:accent2>
        <a:srgbClr val="415A77"/>
      </a:accent2>
      <a:accent3>
        <a:srgbClr val="778DA9"/>
      </a:accent3>
      <a:accent4>
        <a:srgbClr val="C5A900"/>
      </a:accent4>
      <a:accent5>
        <a:srgbClr val="1B4965"/>
      </a:accent5>
      <a:accent6>
        <a:srgbClr val="5FA8D3"/>
      </a:accent6>
      <a:hlink>
        <a:srgbClr val="D4AF37"/>
      </a:hlink>
      <a:folHlink>
        <a:srgbClr val="778DA9"/>
      </a:folHlink>
    </a:clrScheme>
    <a:fontScheme name="Corporate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Corpor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