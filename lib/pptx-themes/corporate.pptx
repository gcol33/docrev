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dk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dk1"/>
                </a:solidFill>
              </a:defRPr>
            </a:lvl1pPr>
          </a:lstStyle>
          <a:p>
            <a:r>
              <a:rPr lang="en-US"/>
              <a:t>Click to edit subtitle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text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00" b="0">
                <a:solidFill>
                  <a:schemeClr val="dk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0" indent="0" algn="l">
              <a:buNone/>
              <a:defRPr sz="2800">
                <a:solidFill>
                  <a:schemeClr val="dk1"/>
                </a:solidFill>
                <a:latin typeface="+mn-lt"/>
              </a:defRPr>
            </a:lvl1pPr>
            <a:lvl2pPr marL="457200" indent="0" algn="l">
              <a:buNone/>
              <a:defRPr sz="2400">
                <a:solidFill>
                  <a:schemeClr val="dk1"/>
                </a:solidFill>
                <a:latin typeface="+mn-lt"/>
              </a:defRPr>
            </a:lvl2pPr>
            <a:lvl3pPr marL="914400" indent="0" algn="l">
              <a:buNone/>
              <a:defRPr sz="2000">
                <a:solidFill>
                  <a:schemeClr val="dk1"/>
                </a:solidFill>
                <a:latin typeface="+mn-lt"/>
              </a:defRPr>
            </a:lvl3pPr>
            <a:lvl4pPr marL="1371600" indent="0" algn="l">
              <a:buNone/>
              <a:defRPr sz="1800">
                <a:solidFill>
                  <a:schemeClr val="dk1"/>
                </a:solidFill>
                <a:latin typeface="+mn-lt"/>
              </a:defRPr>
            </a:lvl4pPr>
            <a:lvl5pPr marL="1828800" indent="0" algn="l">
              <a:buNone/>
              <a:defRPr sz="1800">
                <a:solidFill>
                  <a:schemeClr val="dk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1"/>
                </a:solidFill>
              </a:defRPr>
            </a:lvl1pPr>
          </a:lstStyle>
          <a:p>
            <a:fld id="{B6F15528-21DE-4FAA-801F-C0D5B2D67AA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4400" b="0" kern="1200">
          <a:solidFill>
            <a:schemeClr val="dk1"/>
          </a:solidFill>
          <a:latin typeface="+mj-lt"/>
          <a:ea typeface="+mj-ea"/>
          <a:cs typeface="+mj-cs"/>
        </a:defRPr>
      </a:lvl1pPr>
    </p:titleStyle>
    <p:bodyStyle>
      <a:lvl1pPr marL="0" indent="0" algn="l">
        <a:buNone/>
        <a:defRPr sz="2800" kern="1200">
          <a:solidFill>
            <a:schemeClr val="dk1"/>
          </a:solidFill>
          <a:latin typeface="+mn-lt"/>
          <a:ea typeface="+mn-ea"/>
          <a:cs typeface="+mn-cs"/>
        </a:defRPr>
      </a:lvl1pPr>
      <a:lvl2pPr marL="457200" indent="0" algn="l">
        <a:buNone/>
        <a:defRPr sz="2400" kern="1200">
          <a:solidFill>
            <a:schemeClr val="dk1"/>
          </a:solidFill>
          <a:latin typeface="+mn-lt"/>
        </a:defRPr>
      </a:lvl2pPr>
      <a:lvl3pPr marL="914400" indent="0" algn="l">
        <a:buNone/>
        <a:defRPr sz="2000" kern="1200">
          <a:solidFill>
            <a:schemeClr val="dk1"/>
          </a:solidFill>
          <a:latin typeface="+mn-lt"/>
        </a:defRPr>
      </a:lvl3pPr>
      <a:lvl4pPr marL="1371600" indent="0" algn="l">
        <a:buNone/>
        <a:defRPr sz="1800" kern="1200">
          <a:solidFill>
            <a:schemeClr val="dk1"/>
          </a:solidFill>
          <a:latin typeface="+mn-lt"/>
        </a:defRPr>
      </a:lvl4pPr>
      <a:lvl5pPr marL="1828800" indent="0" algn="l">
        <a:buNone/>
        <a:defRPr sz="1800" kern="1200">
          <a:solidFill>
            <a:schemeClr val="dk1"/>
          </a:solidFill>
          <a:latin typeface="+mn-lt"/>
        </a:defRPr>
      </a:lvl5pPr>
    </p:bodyStyle>
    <p:otherStyle>
      <a:defPPr>
        <a:defRPr lang="en-US"/>
      </a:defPPr>
    </p:otherStyle>
  </p:txStyles>
</p:sldMaster>
</file>

<file path=ppt/theme/theme1.xml><?xml version="1.0" encoding="utf-8"?>
<a:theme xmlns:a="http://schemas.openxmlformats.org/drawingml/2006/main" name="Corporate">
  <a:themeElements>
    <a:clrScheme name="Corporate">
      <a:dk1>
        <a:srgbClr val="0D1B2A"/>
      </a:dk1>
      <a:lt1>
        <a:srgbClr val="FFFFFF"/>
      </a:lt1>
      <a:dk2>
        <a:srgbClr val="1B263B"/>
      </a:dk2>
      <a:lt2>
        <a:srgbClr val="E0E1DD"/>
      </a:lt2>
      <a:accent1>
        <a:srgbClr val="D4AF37"/>
      </a:accent1>
      <a:accent2>
        <a:srgbClr val="415A77"/>
      </a:accent2>
      <a:accent3>
        <a:srgbClr val="778DA9"/>
      </a:accent3>
      <a:accent4>
        <a:srgbClr val="C5A900"/>
      </a:accent4>
      <a:accent5>
        <a:srgbClr val="1B4965"/>
      </a:accent5>
      <a:accent6>
        <a:srgbClr val="5FA8D3"/>
      </a:accent6>
      <a:hlink>
        <a:srgbClr val="D4AF37"/>
      </a:hlink>
      <a:folHlink>
        <a:srgbClr val="778DA9"/>
      </a:folHlink>
    </a:clrScheme>
    <a:fontScheme name="Corpor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orpor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docrev</Application>
  <PresentationFormat>Widescreen</PresentationFormat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Theme</dc:title>
  <dc:creator>docrev</dc:creator>
  <cp:lastModifiedBy>docrev</cp:lastModifiedBy>
  <dcterms:created xsi:type="dcterms:W3CDTF">2026-01-05T10:50:10.074Z</dcterms:created>
  <dcterms:modified xsi:type="dcterms:W3CDTF">2026-01-05T10:50:10.074Z</dcterms:modified>
</cp:coreProperties>
</file>