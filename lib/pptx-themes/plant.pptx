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Plant">
  <a:themeElements>
    <a:clrScheme name="Plant">
      <a:dk1>
        <a:srgbClr val="2D4A22"/>
      </a:dk1>
      <a:lt1>
        <a:srgbClr val="FFFFFF"/>
      </a:lt1>
      <a:dk2>
        <a:srgbClr val="3D5A2E"/>
      </a:dk2>
      <a:lt2>
        <a:srgbClr val="F5F7F2"/>
      </a:lt2>
      <a:accent1>
        <a:srgbClr val="608C32"/>
      </a:accent1>
      <a:accent2>
        <a:srgbClr val="8B4513"/>
      </a:accent2>
      <a:accent3>
        <a:srgbClr val="888888"/>
      </a:accent3>
      <a:accent4>
        <a:srgbClr val="7CB342"/>
      </a:accent4>
      <a:accent5>
        <a:srgbClr val="4A6B3A"/>
      </a:accent5>
      <a:accent6>
        <a:srgbClr val="A5D6A7"/>
      </a:accent6>
      <a:hlink>
        <a:srgbClr val="608C32"/>
      </a:hlink>
      <a:folHlink>
        <a:srgbClr val="4A6B3A"/>
      </a:folHlink>
    </a:clrScheme>
    <a:fontScheme name="Plant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la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