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Sz cx="12192000" cy="6858000"/>
  <p:notesSz cx="6858000" cy="9144000"/>
  <p:defaultTextStyle>
    <a:defPPr>
      <a:defRPr lang="en-US"/>
    </a:defPPr>
  </p:defaultTextStyle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solidFill>
                  <a:schemeClr val="dk1"/>
                </a:solidFill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dk1"/>
                </a:solidFill>
              </a:defRPr>
            </a:lvl1pPr>
          </a:lstStyle>
          <a:p>
            <a:r>
              <a:rPr lang="en-US"/>
              <a:t>Click to edit subtitle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text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400" b="0">
                <a:solidFill>
                  <a:schemeClr val="dk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marL="0" indent="0" algn="l">
              <a:buNone/>
              <a:defRPr sz="2800">
                <a:solidFill>
                  <a:schemeClr val="dk1"/>
                </a:solidFill>
                <a:latin typeface="+mn-lt"/>
              </a:defRPr>
            </a:lvl1pPr>
            <a:lvl2pPr marL="457200" indent="0" algn="l">
              <a:buNone/>
              <a:defRPr sz="2400">
                <a:solidFill>
                  <a:schemeClr val="dk1"/>
                </a:solidFill>
                <a:latin typeface="+mn-lt"/>
              </a:defRPr>
            </a:lvl2pPr>
            <a:lvl3pPr marL="914400" indent="0" algn="l">
              <a:buNone/>
              <a:defRPr sz="2000">
                <a:solidFill>
                  <a:schemeClr val="dk1"/>
                </a:solidFill>
                <a:latin typeface="+mn-lt"/>
              </a:defRPr>
            </a:lvl3pPr>
            <a:lvl4pPr marL="1371600" indent="0" algn="l">
              <a:buNone/>
              <a:defRPr sz="1800">
                <a:solidFill>
                  <a:schemeClr val="dk1"/>
                </a:solidFill>
                <a:latin typeface="+mn-lt"/>
              </a:defRPr>
            </a:lvl4pPr>
            <a:lvl5pPr marL="1828800" indent="0" algn="l">
              <a:buNone/>
              <a:defRPr sz="1800">
                <a:solidFill>
                  <a:schemeClr val="dk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dk1"/>
                </a:solidFill>
              </a:defRPr>
            </a:lvl1pPr>
          </a:lstStyle>
          <a:p>
            <a:fld id="{B6F15528-21DE-4FAA-801F-C0D5B2D67AA7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defRPr sz="4400" b="0" kern="1200">
          <a:solidFill>
            <a:schemeClr val="dk1"/>
          </a:solidFill>
          <a:latin typeface="+mj-lt"/>
          <a:ea typeface="+mj-ea"/>
          <a:cs typeface="+mj-cs"/>
        </a:defRPr>
      </a:lvl1pPr>
    </p:titleStyle>
    <p:bodyStyle>
      <a:lvl1pPr marL="0" indent="0" algn="l">
        <a:buNone/>
        <a:defRPr sz="2800" kern="1200">
          <a:solidFill>
            <a:schemeClr val="dk1"/>
          </a:solidFill>
          <a:latin typeface="+mn-lt"/>
          <a:ea typeface="+mn-ea"/>
          <a:cs typeface="+mn-cs"/>
        </a:defRPr>
      </a:lvl1pPr>
      <a:lvl2pPr marL="457200" indent="0" algn="l">
        <a:buNone/>
        <a:defRPr sz="2400" kern="1200">
          <a:solidFill>
            <a:schemeClr val="dk1"/>
          </a:solidFill>
          <a:latin typeface="+mn-lt"/>
        </a:defRPr>
      </a:lvl2pPr>
      <a:lvl3pPr marL="914400" indent="0" algn="l">
        <a:buNone/>
        <a:defRPr sz="2000" kern="1200">
          <a:solidFill>
            <a:schemeClr val="dk1"/>
          </a:solidFill>
          <a:latin typeface="+mn-lt"/>
        </a:defRPr>
      </a:lvl3pPr>
      <a:lvl4pPr marL="1371600" indent="0" algn="l">
        <a:buNone/>
        <a:defRPr sz="1800" kern="1200">
          <a:solidFill>
            <a:schemeClr val="dk1"/>
          </a:solidFill>
          <a:latin typeface="+mn-lt"/>
        </a:defRPr>
      </a:lvl4pPr>
      <a:lvl5pPr marL="1828800" indent="0" algn="l">
        <a:buNone/>
        <a:defRPr sz="1800" kern="1200">
          <a:solidFill>
            <a:schemeClr val="dk1"/>
          </a:solidFill>
          <a:latin typeface="+mn-lt"/>
        </a:defRPr>
      </a:lvl5pPr>
    </p:bodyStyle>
    <p:otherStyle>
      <a:defPPr>
        <a:defRPr lang="en-US"/>
      </a:defPPr>
    </p:otherStyle>
  </p:txStyles>
</p:sldMaster>
</file>

<file path=ppt/theme/theme1.xml><?xml version="1.0" encoding="utf-8"?>
<a:theme xmlns:a="http://schemas.openxmlformats.org/drawingml/2006/main" name="Plant">
  <a:themeElements>
    <a:clrScheme name="Plant">
      <a:dk1>
        <a:srgbClr val="2D4A22"/>
      </a:dk1>
      <a:lt1>
        <a:srgbClr val="FFFFFF"/>
      </a:lt1>
      <a:dk2>
        <a:srgbClr val="3D5A2E"/>
      </a:dk2>
      <a:lt2>
        <a:srgbClr val="F5F7F2"/>
      </a:lt2>
      <a:accent1>
        <a:srgbClr val="608C32"/>
      </a:accent1>
      <a:accent2>
        <a:srgbClr val="8B4513"/>
      </a:accent2>
      <a:accent3>
        <a:srgbClr val="888888"/>
      </a:accent3>
      <a:accent4>
        <a:srgbClr val="7CB342"/>
      </a:accent4>
      <a:accent5>
        <a:srgbClr val="4A6B3A"/>
      </a:accent5>
      <a:accent6>
        <a:srgbClr val="A5D6A7"/>
      </a:accent6>
      <a:hlink>
        <a:srgbClr val="608C32"/>
      </a:hlink>
      <a:folHlink>
        <a:srgbClr val="4A6B3A"/>
      </a:folHlink>
    </a:clrScheme>
    <a:fontScheme name="Plant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Plan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docrev</Application>
  <PresentationFormat>Widescreen</PresentationFormat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Plant Theme</dc:title>
  <dc:creator>docrev</dc:creator>
  <cp:lastModifiedBy>docrev</cp:lastModifiedBy>
  <dcterms:created xsi:type="dcterms:W3CDTF">2026-01-06T00:02:36.333Z</dcterms:created>
  <dcterms:modified xsi:type="dcterms:W3CDTF">2026-01-06T00:02:36.333Z</dcterms:modified>
</cp:coreProperties>
</file>