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Academic">
  <a:themeElements>
    <a:clrScheme name="Academic">
      <a:dk1>
        <a:srgbClr val="2C3E50"/>
      </a:dk1>
      <a:lt1>
        <a:srgbClr val="FFFEF9"/>
      </a:lt1>
      <a:dk2>
        <a:srgbClr val="34495E"/>
      </a:dk2>
      <a:lt2>
        <a:srgbClr val="F5F5DC"/>
      </a:lt2>
      <a:accent1>
        <a:srgbClr val="8B4513"/>
      </a:accent1>
      <a:accent2>
        <a:srgbClr val="2E8B57"/>
      </a:accent2>
      <a:accent3>
        <a:srgbClr val="708090"/>
      </a:accent3>
      <a:accent4>
        <a:srgbClr val="B8860B"/>
      </a:accent4>
      <a:accent5>
        <a:srgbClr val="4682B4"/>
      </a:accent5>
      <a:accent6>
        <a:srgbClr val="6B8E23"/>
      </a:accent6>
      <a:hlink>
        <a:srgbClr val="8B4513"/>
      </a:hlink>
      <a:folHlink>
        <a:srgbClr val="708090"/>
      </a:folHlink>
    </a:clrScheme>
    <a:fontScheme name="Academic">
      <a:majorFont>
        <a:latin typeface="Georgia"/>
        <a:ea typeface=""/>
        <a:cs typeface=""/>
      </a:majorFont>
      <a:minorFont>
        <a:latin typeface="Palatino Linotype"/>
        <a:ea typeface=""/>
        <a:cs typeface=""/>
      </a:minorFont>
    </a:fontScheme>
    <a:fmtScheme name="Academ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