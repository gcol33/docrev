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Dark">
  <a:themeElements>
    <a:clrScheme name="Dark">
      <a:dk1>
        <a:srgbClr val="FFFFFF"/>
      </a:dk1>
      <a:lt1>
        <a:srgbClr val="1E1E1E"/>
      </a:lt1>
      <a:dk2>
        <a:srgbClr val="E0E0E0"/>
      </a:dk2>
      <a:lt2>
        <a:srgbClr val="2D2D2D"/>
      </a:lt2>
      <a:accent1>
        <a:srgbClr val="00B4D8"/>
      </a:accent1>
      <a:accent2>
        <a:srgbClr val="FF6B6B"/>
      </a:accent2>
      <a:accent3>
        <a:srgbClr val="95E1D3"/>
      </a:accent3>
      <a:accent4>
        <a:srgbClr val="F38181"/>
      </a:accent4>
      <a:accent5>
        <a:srgbClr val="AA96DA"/>
      </a:accent5>
      <a:accent6>
        <a:srgbClr val="FCBAD3"/>
      </a:accent6>
      <a:hlink>
        <a:srgbClr val="00B4D8"/>
      </a:hlink>
      <a:folHlink>
        <a:srgbClr val="AA96DA"/>
      </a:folHlink>
    </a:clrScheme>
    <a:fontScheme name="Dark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