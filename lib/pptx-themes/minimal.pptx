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333333"/>
      </a:dk2>
      <a:lt2>
        <a:srgbClr val="F0F0F0"/>
      </a:lt2>
      <a:accent1>
        <a:srgbClr val="000000"/>
      </a:accent1>
      <a:accent2>
        <a:srgbClr val="666666"/>
      </a:accent2>
      <a:accent3>
        <a:srgbClr val="999999"/>
      </a:accent3>
      <a:accent4>
        <a:srgbClr val="CCCCCC"/>
      </a:accent4>
      <a:accent5>
        <a:srgbClr val="333333"/>
      </a:accent5>
      <a:accent6>
        <a:srgbClr val="4D4D4D"/>
      </a:accent6>
      <a:hlink>
        <a:srgbClr val="000000"/>
      </a:hlink>
      <a:folHlink>
        <a:srgbClr val="666666"/>
      </a:folHlink>
    </a:clrScheme>
    <a:fontScheme name="Minimal">
      <a:majorFont>
        <a:latin typeface="Roboto Light"/>
        <a:ea typeface=""/>
        <a:cs typeface=""/>
      </a:majorFont>
      <a:minorFont>
        <a:latin typeface="Roboto"/>
        <a:ea typeface=""/>
        <a:cs typeface=""/>
      </a:minorFont>
    </a:fontScheme>
    <a:fmtScheme name="Minim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